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lt"/>
          <a:cs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spc="200" kern="0" dirty="0">
                <a:solidFill>
                  <a:srgbClr val="9BA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机场 / 景区 自助兑换设备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05840" y="20574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零钱兑换机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520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C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把离境时花不掉的硬币，变成能带走的钱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24128" y="4343400"/>
            <a:ext cx="2926080" cy="36576"/>
          </a:xfrm>
          <a:prstGeom prst="rect">
            <a:avLst/>
          </a:prstGeom>
          <a:solidFill>
            <a:srgbClr val="4B4F7A"/>
          </a:solidFill>
          <a:ln w="6350">
            <a:solidFill>
              <a:srgbClr val="4B4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617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F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逻辑链演示 · 2026 年 10 月 · 内部讨论稿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柜台不收硬币，机场汇率加价约 10%，零钱只能扔掉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53212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31750">
            <a:solidFill>
              <a:srgbClr val="E85D4A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5D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结构性的洞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4505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“rarely buy or sell coins”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05840" y="345643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兑换商基本不收硬币：理由是硬币的仓储和运输成本高。整个行业只放弃了硬币这一块，纸币照收。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005840" y="4480560"/>
            <a:ext cx="4892040" cy="18288"/>
          </a:xfrm>
          <a:prstGeom prst="rect">
            <a:avLst/>
          </a:prstGeom>
          <a:solidFill>
            <a:srgbClr val="E85D4A"/>
          </a:solidFill>
          <a:ln w="6350">
            <a:solidFill>
              <a:srgbClr val="E85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6634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硬币是唯一一块没人愿意收的零钱：这就是我们切进去的那条缝。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机场柜台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37960" y="2157984"/>
            <a:ext cx="4965192" cy="18288"/>
          </a:xfrm>
          <a:prstGeom prst="rect">
            <a:avLst/>
          </a:prstGeom>
          <a:solidFill>
            <a:srgbClr val="E3E3DE"/>
          </a:solidFill>
          <a:ln w="6350">
            <a:solidFill>
              <a:srgbClr val="E3E3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286000"/>
            <a:ext cx="4965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汇率加价约 10%（上下浮动），行业自己的建议是“只在紧急时换”。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37960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曾经做过这件事的公司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37960" y="3666744"/>
            <a:ext cx="4965192" cy="18288"/>
          </a:xfrm>
          <a:prstGeom prst="rect">
            <a:avLst/>
          </a:prstGeom>
          <a:solidFill>
            <a:srgbClr val="E3E3DE"/>
          </a:solidFill>
          <a:ln w="6350">
            <a:solidFill>
              <a:srgbClr val="E3E3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794760"/>
            <a:ext cx="4965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TravelersBox 自己收 3 至 10% 手续费，而且主轴已经退回礼卡和捐款：电子钱包那条路被它自己放弃了。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3796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市场：只打硬币文化还在的地方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5358384"/>
            <a:ext cx="4965192" cy="18288"/>
          </a:xfrm>
          <a:prstGeom prst="rect">
            <a:avLst/>
          </a:prstGeom>
          <a:solidFill>
            <a:srgbClr val="E3E3DE"/>
          </a:solidFill>
          <a:ln w="6350">
            <a:solidFill>
              <a:srgbClr val="E3E3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5468112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日本 · 德国 · 土耳其 · 东南亚。现金整体在退潮，所以不赌大势。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" y="6336792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来源：Wikipedia “Bureau de change” · airportbanking.com · travelersbox.com（官网 FAQ）· Wikipedia “Cash”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一台机器，四步，把硬币换成带得走的钱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468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057400"/>
            <a:ext cx="457200" cy="45720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7048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投钞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41832" y="269748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验钞与清点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136392" y="25603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7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5576" y="1828800"/>
            <a:ext cx="2468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1608" y="2057400"/>
            <a:ext cx="457200" cy="45720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06824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计价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721608" y="269748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按链上汇率锁定金额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916168" y="25603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7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45352" y="1828800"/>
            <a:ext cx="2468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01384" y="2057400"/>
            <a:ext cx="457200" cy="45720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8660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扫码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501384" y="269748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读你的收款二维码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95944" y="25603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7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25128" y="1828800"/>
            <a:ext cx="2468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81160" y="2057400"/>
            <a:ext cx="457200" cy="457200"/>
          </a:xfrm>
          <a:prstGeom prst="ellipse">
            <a:avLst/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11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66376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到账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281160" y="269748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稳定币进你自己的钱包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85800" y="3794760"/>
            <a:ext cx="10817352" cy="960120"/>
          </a:xfrm>
          <a:prstGeom prst="rect">
            <a:avLst/>
          </a:prstGeom>
          <a:solidFill>
            <a:srgbClr val="E6F4F2"/>
          </a:solidFill>
          <a:ln w="6350">
            <a:solidFill>
              <a:srgbClr val="E6F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3794760"/>
            <a:ext cx="68580" cy="960120"/>
          </a:xfrm>
          <a:prstGeom prst="rect">
            <a:avLst/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3941064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为什么是稳定币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8408" y="4233672"/>
            <a:ext cx="102687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能带回国、24 小时到账、不依赖当地银行。机器本身不是难点：验钞和二维码摄像头都是现成件。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85800" y="4892040"/>
            <a:ext cx="10817352" cy="1234440"/>
          </a:xfrm>
          <a:prstGeom prst="rect">
            <a:avLst/>
          </a:prstGeom>
          <a:solidFill>
            <a:srgbClr val="FDECE9"/>
          </a:solidFill>
          <a:ln w="6350">
            <a:solidFill>
              <a:srgbClr val="FDEC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892040"/>
            <a:ext cx="68580" cy="1234440"/>
          </a:xfrm>
          <a:prstGeom prst="rect">
            <a:avLst/>
          </a:prstGeom>
          <a:solidFill>
            <a:srgbClr val="E85D4A"/>
          </a:solidFill>
          <a:ln w="6350">
            <a:solidFill>
              <a:srgbClr val="E85D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" y="5038344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D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但先认账一件事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78408" y="5330952"/>
            <a:ext cx="10268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稳定币今天的真实用户是跨境汇款和新兴市场的人，不是游客手里那 3 美元零钱。所以第一步的客户不是游客，游客只是入口场景。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能不能活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现金换成加密，是反洗钱监管最盯的组合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57400"/>
            <a:ext cx="457200" cy="457200"/>
          </a:xfrm>
          <a:prstGeom prst="ellipse">
            <a:avLst/>
          </a:prstGeom>
          <a:solidFill>
            <a:srgbClr val="9CA3AF"/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0848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 KYC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931920" y="20848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合法，但过境旅客做不完身份核验，体验直接死。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288036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4F46E5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108960"/>
            <a:ext cx="457200" cy="45720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1363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 KYC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931920" y="313639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小额免身份、大额要身份。体验和合规各保一半。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058400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我们选这个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93192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4F46E5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160520"/>
            <a:ext cx="457200" cy="45720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1879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外包合规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931920" y="41879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你只做入口，牌照和 KYC 交给持牌机构。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058400" y="4206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我们选这个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92040"/>
            <a:ext cx="10817352" cy="1234440"/>
          </a:xfrm>
          <a:prstGeom prst="rect">
            <a:avLst/>
          </a:prstGeom>
          <a:solidFill>
            <a:srgbClr val="EEEDF8"/>
          </a:solidFill>
          <a:ln w="6350">
            <a:solidFill>
              <a:srgbClr val="EEED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892040"/>
            <a:ext cx="68580" cy="1234440"/>
          </a:xfrm>
          <a:prstGeom prst="rect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5038344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78408" y="5330952"/>
            <a:ext cx="10268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合规不是负担，是入场券：机场和银行只跟有牌照的机构合作。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5800" y="6336792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来源：FATF《Targeted Report on Stablecoins and Unhosted Wallets》（2024）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能不能活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手续费撑不起线下生意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34924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21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一次兑换的账（我们的推算）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D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0.15 美元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05840" y="33649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一次剩 3 美元零钱 × 5% 手续费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005840" y="3794760"/>
            <a:ext cx="4663440" cy="18288"/>
          </a:xfrm>
          <a:prstGeom prst="rect">
            <a:avLst/>
          </a:prstGeom>
          <a:solidFill>
            <a:srgbClr val="E3E3DE"/>
          </a:solidFill>
          <a:ln w="6350">
            <a:solidFill>
              <a:srgbClr val="E3E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9776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而固定成本是：机场租金、验钞硬件、维保、押运、客服。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584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按公开费率估算，不是对方公布的数据。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2203704"/>
            <a:ext cx="4965192" cy="18288"/>
          </a:xfrm>
          <a:prstGeom prst="rect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377440"/>
            <a:ext cx="4965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单靠手续费，单机模型不成立。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37960" y="3154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钱在哪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483864"/>
            <a:ext cx="4965192" cy="18288"/>
          </a:xfrm>
          <a:prstGeom prst="rect">
            <a:avLst/>
          </a:prstGeom>
          <a:solidFill>
            <a:srgbClr val="E3E3DE"/>
          </a:solidFill>
          <a:ln w="6350">
            <a:solidFill>
              <a:srgbClr val="E3E3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639312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把零钱导给品牌方：礼卡、兑换佣金、导流费。旅客不额外付钱，掏钱的是品牌方。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37960" y="4709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门槛在哪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5038344"/>
            <a:ext cx="4965192" cy="18288"/>
          </a:xfrm>
          <a:prstGeom prst="rect">
            <a:avLst/>
          </a:prstGeom>
          <a:solidFill>
            <a:srgbClr val="E3E3DE"/>
          </a:solidFill>
          <a:ln w="6350">
            <a:solidFill>
              <a:srgbClr val="E3E3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5166360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不在技术，在牌照和机场场地：技术谁都能抄。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85800" y="6336792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来源：travelersbox.com（费率）· AirportBanking（机场成本结构）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能不能活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692640" y="2926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这三件事决定项目生死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8173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D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1168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痛点强度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011680" y="2432304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多少人愿意专门处理剩下的零钱？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0" y="243230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目标市场做访谈，看转化率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108173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538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D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01168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为什么非稳定币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011680" y="3849624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现在只有“能带回国”这一条理由。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0" y="384962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把客户从游客换成跨境用户，重新论证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85800" y="4663440"/>
            <a:ext cx="108173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143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9560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D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011680" y="4846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单机模型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011680" y="5266944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租金加硬件，账还没算过。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0" y="526694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拿一个真机场的报价单来算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85800" y="61264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这三条没有结论之前，不做硬件定型，也不谈机场。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1945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把口袋里的硬币，做成一条跨境价值通道的入口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4023360"/>
            <a:ext cx="7863840" cy="868680"/>
          </a:xfrm>
          <a:prstGeom prst="roundRect">
            <a:avLst>
              <a:gd name="adj" fmla="val 6316"/>
            </a:avLst>
          </a:prstGeom>
          <a:solidFill>
            <a:srgbClr val="2A2A5E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402336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4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我们现在要的：一个机场的试点位，和一条合规路径的确认。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05840" y="5257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F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零钱兑换机 · 2026 年 10 月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零钱兑换机 · 逻辑链演示</dc:title>
  <dc:subject>PptxGenJS Presentation</dc:subject>
  <dc:creator>Xinyan Liu</dc:creator>
  <cp:lastModifiedBy>Xinyan Liu</cp:lastModifiedBy>
  <cp:revision>1</cp:revision>
  <dcterms:created xsi:type="dcterms:W3CDTF">2026-10-11T06:06:54Z</dcterms:created>
  <dcterms:modified xsi:type="dcterms:W3CDTF">2026-10-11T06:06:54Z</dcterms:modified>
</cp:coreProperties>
</file>